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83" r:id="rId2"/>
    <p:sldId id="257" r:id="rId3"/>
    <p:sldId id="282" r:id="rId4"/>
    <p:sldId id="285" r:id="rId5"/>
    <p:sldId id="278" r:id="rId6"/>
    <p:sldId id="281" r:id="rId7"/>
    <p:sldId id="262" r:id="rId8"/>
    <p:sldId id="264" r:id="rId9"/>
    <p:sldId id="290" r:id="rId10"/>
    <p:sldId id="292" r:id="rId11"/>
    <p:sldId id="293" r:id="rId12"/>
    <p:sldId id="294" r:id="rId13"/>
    <p:sldId id="286" r:id="rId14"/>
    <p:sldId id="287" r:id="rId15"/>
    <p:sldId id="280" r:id="rId16"/>
    <p:sldId id="288" r:id="rId17"/>
    <p:sldId id="289" r:id="rId18"/>
    <p:sldId id="27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A60FFE-A4D1-4FD9-9CE7-622134FEBE85}" v="5" dt="2026-10-18T05:39:27.960"/>
    <p1510:client id="{D4DC5F8F-8AE3-4303-8EAA-B1BA0432DFBA}" v="25" dt="2026-10-18T05:28:15.38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adaraoayyagari@outlook.com" userId="b6046cc9aa91c72c" providerId="LiveId" clId="{694AF7F9-EC83-4B22-B6BE-D183A1BC2E40}"/>
    <pc:docChg chg="undo custSel addSld delSld modSld">
      <pc:chgData name="prasadaraoayyagari@outlook.com" userId="b6046cc9aa91c72c" providerId="LiveId" clId="{694AF7F9-EC83-4B22-B6BE-D183A1BC2E40}" dt="2026-10-18T05:39:35.558" v="367" actId="20577"/>
      <pc:docMkLst>
        <pc:docMk/>
      </pc:docMkLst>
      <pc:sldChg chg="addSp delSp modSp mod">
        <pc:chgData name="prasadaraoayyagari@outlook.com" userId="b6046cc9aa91c72c" providerId="LiveId" clId="{694AF7F9-EC83-4B22-B6BE-D183A1BC2E40}" dt="2026-10-18T04:53:05.622" v="289" actId="20577"/>
        <pc:sldMkLst>
          <pc:docMk/>
          <pc:sldMk cId="0" sldId="257"/>
        </pc:sldMkLst>
        <pc:spChg chg="mod">
          <ac:chgData name="prasadaraoayyagari@outlook.com" userId="b6046cc9aa91c72c" providerId="LiveId" clId="{694AF7F9-EC83-4B22-B6BE-D183A1BC2E40}" dt="2026-10-18T04:08:46.060" v="171" actId="6549"/>
          <ac:spMkLst>
            <pc:docMk/>
            <pc:sldMk cId="0" sldId="257"/>
            <ac:spMk id="4" creationId="{A828B9EF-C084-F5D4-CA27-75AF7D995640}"/>
          </ac:spMkLst>
        </pc:spChg>
        <pc:spChg chg="mod">
          <ac:chgData name="prasadaraoayyagari@outlook.com" userId="b6046cc9aa91c72c" providerId="LiveId" clId="{694AF7F9-EC83-4B22-B6BE-D183A1BC2E40}" dt="2026-10-18T04:10:05.002" v="177" actId="20577"/>
          <ac:spMkLst>
            <pc:docMk/>
            <pc:sldMk cId="0" sldId="257"/>
            <ac:spMk id="7" creationId="{3D723CA3-EC2D-165A-F109-3759C4E9C8A4}"/>
          </ac:spMkLst>
        </pc:spChg>
        <pc:graphicFrameChg chg="modGraphic">
          <ac:chgData name="prasadaraoayyagari@outlook.com" userId="b6046cc9aa91c72c" providerId="LiveId" clId="{694AF7F9-EC83-4B22-B6BE-D183A1BC2E40}" dt="2026-10-18T04:53:05.622" v="289" actId="20577"/>
          <ac:graphicFrameMkLst>
            <pc:docMk/>
            <pc:sldMk cId="0" sldId="257"/>
            <ac:graphicFrameMk id="96" creationId="{00000000-0000-0000-0000-000000000000}"/>
          </ac:graphicFrameMkLst>
        </pc:graphicFrameChg>
        <pc:picChg chg="add mod">
          <ac:chgData name="prasadaraoayyagari@outlook.com" userId="b6046cc9aa91c72c" providerId="LiveId" clId="{694AF7F9-EC83-4B22-B6BE-D183A1BC2E40}" dt="2026-10-17T09:05:43.348" v="59" actId="14100"/>
          <ac:picMkLst>
            <pc:docMk/>
            <pc:sldMk cId="0" sldId="257"/>
            <ac:picMk id="5" creationId="{758C86FC-6BA9-3BCF-7272-2774AFB5807A}"/>
          </ac:picMkLst>
        </pc:picChg>
        <pc:picChg chg="del">
          <ac:chgData name="prasadaraoayyagari@outlook.com" userId="b6046cc9aa91c72c" providerId="LiveId" clId="{694AF7F9-EC83-4B22-B6BE-D183A1BC2E40}" dt="2026-10-17T09:05:36.062" v="57" actId="478"/>
          <ac:picMkLst>
            <pc:docMk/>
            <pc:sldMk cId="0" sldId="257"/>
            <ac:picMk id="98" creationId="{00000000-0000-0000-0000-000000000000}"/>
          </ac:picMkLst>
        </pc:picChg>
      </pc:sldChg>
      <pc:sldChg chg="addSp delSp modSp mod">
        <pc:chgData name="prasadaraoayyagari@outlook.com" userId="b6046cc9aa91c72c" providerId="LiveId" clId="{694AF7F9-EC83-4B22-B6BE-D183A1BC2E40}" dt="2026-10-17T11:27:37.806" v="144" actId="14100"/>
        <pc:sldMkLst>
          <pc:docMk/>
          <pc:sldMk cId="0" sldId="262"/>
        </pc:sldMkLst>
        <pc:picChg chg="del">
          <ac:chgData name="prasadaraoayyagari@outlook.com" userId="b6046cc9aa91c72c" providerId="LiveId" clId="{694AF7F9-EC83-4B22-B6BE-D183A1BC2E40}" dt="2026-10-17T11:27:25.097" v="141" actId="478"/>
          <ac:picMkLst>
            <pc:docMk/>
            <pc:sldMk cId="0" sldId="262"/>
            <ac:picMk id="3" creationId="{81932CE2-F219-0CA8-0102-55B8C682B8A2}"/>
          </ac:picMkLst>
        </pc:picChg>
        <pc:picChg chg="add mod">
          <ac:chgData name="prasadaraoayyagari@outlook.com" userId="b6046cc9aa91c72c" providerId="LiveId" clId="{694AF7F9-EC83-4B22-B6BE-D183A1BC2E40}" dt="2026-10-17T11:27:37.806" v="144" actId="14100"/>
          <ac:picMkLst>
            <pc:docMk/>
            <pc:sldMk cId="0" sldId="262"/>
            <ac:picMk id="5" creationId="{2448B042-06D0-1FE7-2FAA-49047E2701AA}"/>
          </ac:picMkLst>
        </pc:picChg>
      </pc:sldChg>
      <pc:sldChg chg="addSp delSp modSp mod">
        <pc:chgData name="prasadaraoayyagari@outlook.com" userId="b6046cc9aa91c72c" providerId="LiveId" clId="{694AF7F9-EC83-4B22-B6BE-D183A1BC2E40}" dt="2026-10-18T05:39:02.164" v="362" actId="14100"/>
        <pc:sldMkLst>
          <pc:docMk/>
          <pc:sldMk cId="0" sldId="264"/>
        </pc:sldMkLst>
        <pc:spChg chg="mod">
          <ac:chgData name="prasadaraoayyagari@outlook.com" userId="b6046cc9aa91c72c" providerId="LiveId" clId="{694AF7F9-EC83-4B22-B6BE-D183A1BC2E40}" dt="2026-10-18T04:10:56.135" v="178" actId="1076"/>
          <ac:spMkLst>
            <pc:docMk/>
            <pc:sldMk cId="0" sldId="264"/>
            <ac:spMk id="2" creationId="{B84A7B44-8B20-5A39-ED43-DA98D0FC7976}"/>
          </ac:spMkLst>
        </pc:spChg>
        <pc:spChg chg="mod">
          <ac:chgData name="prasadaraoayyagari@outlook.com" userId="b6046cc9aa91c72c" providerId="LiveId" clId="{694AF7F9-EC83-4B22-B6BE-D183A1BC2E40}" dt="2026-10-18T05:37:47.627" v="355" actId="123"/>
          <ac:spMkLst>
            <pc:docMk/>
            <pc:sldMk cId="0" sldId="264"/>
            <ac:spMk id="3" creationId="{322462E8-EB3A-DA7D-44CB-4E757803A755}"/>
          </ac:spMkLst>
        </pc:spChg>
        <pc:picChg chg="add mod">
          <ac:chgData name="prasadaraoayyagari@outlook.com" userId="b6046cc9aa91c72c" providerId="LiveId" clId="{694AF7F9-EC83-4B22-B6BE-D183A1BC2E40}" dt="2026-10-18T05:39:02.164" v="362" actId="14100"/>
          <ac:picMkLst>
            <pc:docMk/>
            <pc:sldMk cId="0" sldId="264"/>
            <ac:picMk id="5" creationId="{9BAB2BB6-528E-E3CF-4121-847ED7C4A375}"/>
          </ac:picMkLst>
        </pc:picChg>
        <pc:picChg chg="del mod">
          <ac:chgData name="prasadaraoayyagari@outlook.com" userId="b6046cc9aa91c72c" providerId="LiveId" clId="{694AF7F9-EC83-4B22-B6BE-D183A1BC2E40}" dt="2026-10-18T05:38:50.196" v="359" actId="478"/>
          <ac:picMkLst>
            <pc:docMk/>
            <pc:sldMk cId="0" sldId="264"/>
            <ac:picMk id="196" creationId="{00000000-0000-0000-0000-000000000000}"/>
          </ac:picMkLst>
        </pc:picChg>
      </pc:sldChg>
      <pc:sldChg chg="del">
        <pc:chgData name="prasadaraoayyagari@outlook.com" userId="b6046cc9aa91c72c" providerId="LiveId" clId="{694AF7F9-EC83-4B22-B6BE-D183A1BC2E40}" dt="2026-10-18T05:10:53.259" v="291" actId="47"/>
        <pc:sldMkLst>
          <pc:docMk/>
          <pc:sldMk cId="2115484872" sldId="277"/>
        </pc:sldMkLst>
      </pc:sldChg>
      <pc:sldChg chg="addSp delSp modSp mod">
        <pc:chgData name="prasadaraoayyagari@outlook.com" userId="b6046cc9aa91c72c" providerId="LiveId" clId="{694AF7F9-EC83-4B22-B6BE-D183A1BC2E40}" dt="2026-10-18T05:37:00.765" v="349" actId="1038"/>
        <pc:sldMkLst>
          <pc:docMk/>
          <pc:sldMk cId="3764405840" sldId="278"/>
        </pc:sldMkLst>
        <pc:spChg chg="mod">
          <ac:chgData name="prasadaraoayyagari@outlook.com" userId="b6046cc9aa91c72c" providerId="LiveId" clId="{694AF7F9-EC83-4B22-B6BE-D183A1BC2E40}" dt="2026-10-18T05:37:00.765" v="349" actId="1038"/>
          <ac:spMkLst>
            <pc:docMk/>
            <pc:sldMk cId="3764405840" sldId="278"/>
            <ac:spMk id="2" creationId="{151FBD4A-3273-E454-091D-D5B0678FC299}"/>
          </ac:spMkLst>
        </pc:spChg>
        <pc:spChg chg="add del mod">
          <ac:chgData name="prasadaraoayyagari@outlook.com" userId="b6046cc9aa91c72c" providerId="LiveId" clId="{694AF7F9-EC83-4B22-B6BE-D183A1BC2E40}" dt="2026-10-18T05:36:50.139" v="315" actId="403"/>
          <ac:spMkLst>
            <pc:docMk/>
            <pc:sldMk cId="3764405840" sldId="278"/>
            <ac:spMk id="3" creationId="{4A7608B5-9906-EFCF-959A-E89FC2E3EE19}"/>
          </ac:spMkLst>
        </pc:spChg>
        <pc:spChg chg="add">
          <ac:chgData name="prasadaraoayyagari@outlook.com" userId="b6046cc9aa91c72c" providerId="LiveId" clId="{694AF7F9-EC83-4B22-B6BE-D183A1BC2E40}" dt="2026-10-17T09:09:16.507" v="105"/>
          <ac:spMkLst>
            <pc:docMk/>
            <pc:sldMk cId="3764405840" sldId="278"/>
            <ac:spMk id="6" creationId="{D7828DF1-9931-E0ED-EAFB-E60A96F9EF82}"/>
          </ac:spMkLst>
        </pc:spChg>
        <pc:spChg chg="add del mod">
          <ac:chgData name="prasadaraoayyagari@outlook.com" userId="b6046cc9aa91c72c" providerId="LiveId" clId="{694AF7F9-EC83-4B22-B6BE-D183A1BC2E40}" dt="2026-10-17T09:10:00.392" v="115" actId="478"/>
          <ac:spMkLst>
            <pc:docMk/>
            <pc:sldMk cId="3764405840" sldId="278"/>
            <ac:spMk id="9" creationId="{B643DA84-92BE-BBF2-3276-F36EB420822A}"/>
          </ac:spMkLst>
        </pc:spChg>
        <pc:spChg chg="add mod">
          <ac:chgData name="prasadaraoayyagari@outlook.com" userId="b6046cc9aa91c72c" providerId="LiveId" clId="{694AF7F9-EC83-4B22-B6BE-D183A1BC2E40}" dt="2026-10-17T09:10:40.538" v="122" actId="1076"/>
          <ac:spMkLst>
            <pc:docMk/>
            <pc:sldMk cId="3764405840" sldId="278"/>
            <ac:spMk id="12" creationId="{F2A6F979-919A-8643-32D8-FD83B0928449}"/>
          </ac:spMkLst>
        </pc:spChg>
        <pc:spChg chg="add del">
          <ac:chgData name="prasadaraoayyagari@outlook.com" userId="b6046cc9aa91c72c" providerId="LiveId" clId="{694AF7F9-EC83-4B22-B6BE-D183A1BC2E40}" dt="2026-10-17T09:11:01.719" v="125" actId="22"/>
          <ac:spMkLst>
            <pc:docMk/>
            <pc:sldMk cId="3764405840" sldId="278"/>
            <ac:spMk id="14" creationId="{D3C48731-5389-FE3F-DA76-34F9BDF1E14A}"/>
          </ac:spMkLst>
        </pc:spChg>
        <pc:graphicFrameChg chg="add del mod">
          <ac:chgData name="prasadaraoayyagari@outlook.com" userId="b6046cc9aa91c72c" providerId="LiveId" clId="{694AF7F9-EC83-4B22-B6BE-D183A1BC2E40}" dt="2026-10-17T09:11:53.570" v="135" actId="478"/>
          <ac:graphicFrameMkLst>
            <pc:docMk/>
            <pc:sldMk cId="3764405840" sldId="278"/>
            <ac:graphicFrameMk id="4" creationId="{C81C2018-D340-6FFA-E236-EF20AFA21F33}"/>
          </ac:graphicFrameMkLst>
        </pc:graphicFrameChg>
        <pc:graphicFrameChg chg="add del mod modGraphic">
          <ac:chgData name="prasadaraoayyagari@outlook.com" userId="b6046cc9aa91c72c" providerId="LiveId" clId="{694AF7F9-EC83-4B22-B6BE-D183A1BC2E40}" dt="2026-10-17T09:11:48.603" v="134" actId="478"/>
          <ac:graphicFrameMkLst>
            <pc:docMk/>
            <pc:sldMk cId="3764405840" sldId="278"/>
            <ac:graphicFrameMk id="7" creationId="{79B66832-7F71-2A70-F299-C6B704B9B5D7}"/>
          </ac:graphicFrameMkLst>
        </pc:graphicFrameChg>
        <pc:graphicFrameChg chg="add del mod modGraphic">
          <ac:chgData name="prasadaraoayyagari@outlook.com" userId="b6046cc9aa91c72c" providerId="LiveId" clId="{694AF7F9-EC83-4B22-B6BE-D183A1BC2E40}" dt="2026-10-17T09:12:12.857" v="137" actId="1076"/>
          <ac:graphicFrameMkLst>
            <pc:docMk/>
            <pc:sldMk cId="3764405840" sldId="278"/>
            <ac:graphicFrameMk id="10" creationId="{4CBBED1A-E17D-B65A-D0B7-DDFED9A7C7DD}"/>
          </ac:graphicFrameMkLst>
        </pc:graphicFrameChg>
      </pc:sldChg>
      <pc:sldChg chg="addSp delSp modSp del mod">
        <pc:chgData name="prasadaraoayyagari@outlook.com" userId="b6046cc9aa91c72c" providerId="LiveId" clId="{694AF7F9-EC83-4B22-B6BE-D183A1BC2E40}" dt="2026-10-18T05:28:32.541" v="300" actId="47"/>
        <pc:sldMkLst>
          <pc:docMk/>
          <pc:sldMk cId="2772501912" sldId="279"/>
        </pc:sldMkLst>
        <pc:picChg chg="add del mod">
          <ac:chgData name="prasadaraoayyagari@outlook.com" userId="b6046cc9aa91c72c" providerId="LiveId" clId="{694AF7F9-EC83-4B22-B6BE-D183A1BC2E40}" dt="2026-10-17T07:54:27.639" v="11" actId="931"/>
          <ac:picMkLst>
            <pc:docMk/>
            <pc:sldMk cId="2772501912" sldId="279"/>
            <ac:picMk id="4" creationId="{254192A2-29E5-C370-49E9-30E96EF21FAD}"/>
          </ac:picMkLst>
        </pc:picChg>
        <pc:picChg chg="del">
          <ac:chgData name="prasadaraoayyagari@outlook.com" userId="b6046cc9aa91c72c" providerId="LiveId" clId="{694AF7F9-EC83-4B22-B6BE-D183A1BC2E40}" dt="2026-10-17T07:54:28.975" v="12" actId="478"/>
          <ac:picMkLst>
            <pc:docMk/>
            <pc:sldMk cId="2772501912" sldId="279"/>
            <ac:picMk id="5" creationId="{5DC7512A-0AA7-CC22-D1D2-C738BF12660E}"/>
          </ac:picMkLst>
        </pc:picChg>
        <pc:picChg chg="add mod">
          <ac:chgData name="prasadaraoayyagari@outlook.com" userId="b6046cc9aa91c72c" providerId="LiveId" clId="{694AF7F9-EC83-4B22-B6BE-D183A1BC2E40}" dt="2026-10-17T07:54:43.998" v="18" actId="14100"/>
          <ac:picMkLst>
            <pc:docMk/>
            <pc:sldMk cId="2772501912" sldId="279"/>
            <ac:picMk id="7" creationId="{CECA0539-49D4-A399-6288-5238EF193A44}"/>
          </ac:picMkLst>
        </pc:picChg>
      </pc:sldChg>
      <pc:sldChg chg="modSp mod">
        <pc:chgData name="prasadaraoayyagari@outlook.com" userId="b6046cc9aa91c72c" providerId="LiveId" clId="{694AF7F9-EC83-4B22-B6BE-D183A1BC2E40}" dt="2026-10-18T04:18:48.749" v="261" actId="404"/>
        <pc:sldMkLst>
          <pc:docMk/>
          <pc:sldMk cId="2136706720" sldId="280"/>
        </pc:sldMkLst>
        <pc:spChg chg="mod">
          <ac:chgData name="prasadaraoayyagari@outlook.com" userId="b6046cc9aa91c72c" providerId="LiveId" clId="{694AF7F9-EC83-4B22-B6BE-D183A1BC2E40}" dt="2026-10-18T04:18:48.749" v="261" actId="404"/>
          <ac:spMkLst>
            <pc:docMk/>
            <pc:sldMk cId="2136706720" sldId="280"/>
            <ac:spMk id="279" creationId="{EAFA16CB-0A72-5AC5-69A0-ABF4A752B43F}"/>
          </ac:spMkLst>
        </pc:spChg>
      </pc:sldChg>
      <pc:sldChg chg="addSp delSp modSp mod">
        <pc:chgData name="prasadaraoayyagari@outlook.com" userId="b6046cc9aa91c72c" providerId="LiveId" clId="{694AF7F9-EC83-4B22-B6BE-D183A1BC2E40}" dt="2026-10-18T04:56:26.917" v="290" actId="14826"/>
        <pc:sldMkLst>
          <pc:docMk/>
          <pc:sldMk cId="328526394" sldId="281"/>
        </pc:sldMkLst>
        <pc:picChg chg="add del mod">
          <ac:chgData name="prasadaraoayyagari@outlook.com" userId="b6046cc9aa91c72c" providerId="LiveId" clId="{694AF7F9-EC83-4B22-B6BE-D183A1BC2E40}" dt="2026-10-17T07:52:39.863" v="2" actId="931"/>
          <ac:picMkLst>
            <pc:docMk/>
            <pc:sldMk cId="328526394" sldId="281"/>
            <ac:picMk id="4" creationId="{74588818-E016-F731-3C45-027F15C0E538}"/>
          </ac:picMkLst>
        </pc:picChg>
        <pc:picChg chg="del">
          <ac:chgData name="prasadaraoayyagari@outlook.com" userId="b6046cc9aa91c72c" providerId="LiveId" clId="{694AF7F9-EC83-4B22-B6BE-D183A1BC2E40}" dt="2026-10-17T07:52:54.109" v="7" actId="478"/>
          <ac:picMkLst>
            <pc:docMk/>
            <pc:sldMk cId="328526394" sldId="281"/>
            <ac:picMk id="5" creationId="{61F38907-89DE-28F7-316F-44E7DAB9309E}"/>
          </ac:picMkLst>
        </pc:picChg>
        <pc:picChg chg="add mod">
          <ac:chgData name="prasadaraoayyagari@outlook.com" userId="b6046cc9aa91c72c" providerId="LiveId" clId="{694AF7F9-EC83-4B22-B6BE-D183A1BC2E40}" dt="2026-10-18T04:56:26.917" v="290" actId="14826"/>
          <ac:picMkLst>
            <pc:docMk/>
            <pc:sldMk cId="328526394" sldId="281"/>
            <ac:picMk id="7" creationId="{1C56DCD3-E3A7-EFAD-5BB3-F83A9F652816}"/>
          </ac:picMkLst>
        </pc:picChg>
      </pc:sldChg>
      <pc:sldChg chg="modSp mod">
        <pc:chgData name="prasadaraoayyagari@outlook.com" userId="b6046cc9aa91c72c" providerId="LiveId" clId="{694AF7F9-EC83-4B22-B6BE-D183A1BC2E40}" dt="2026-10-18T05:35:31.595" v="303" actId="20577"/>
        <pc:sldMkLst>
          <pc:docMk/>
          <pc:sldMk cId="2952584201" sldId="282"/>
        </pc:sldMkLst>
        <pc:spChg chg="mod">
          <ac:chgData name="prasadaraoayyagari@outlook.com" userId="b6046cc9aa91c72c" providerId="LiveId" clId="{694AF7F9-EC83-4B22-B6BE-D183A1BC2E40}" dt="2026-10-18T05:35:31.595" v="303" actId="20577"/>
          <ac:spMkLst>
            <pc:docMk/>
            <pc:sldMk cId="2952584201" sldId="282"/>
            <ac:spMk id="2" creationId="{C6F6745E-14BA-0766-CE1E-32E29663832D}"/>
          </ac:spMkLst>
        </pc:spChg>
      </pc:sldChg>
      <pc:sldChg chg="modSp mod">
        <pc:chgData name="prasadaraoayyagari@outlook.com" userId="b6046cc9aa91c72c" providerId="LiveId" clId="{694AF7F9-EC83-4B22-B6BE-D183A1BC2E40}" dt="2026-10-18T05:35:51.947" v="308" actId="20577"/>
        <pc:sldMkLst>
          <pc:docMk/>
          <pc:sldMk cId="2290294991" sldId="285"/>
        </pc:sldMkLst>
        <pc:spChg chg="mod">
          <ac:chgData name="prasadaraoayyagari@outlook.com" userId="b6046cc9aa91c72c" providerId="LiveId" clId="{694AF7F9-EC83-4B22-B6BE-D183A1BC2E40}" dt="2026-10-18T05:35:51.947" v="308" actId="20577"/>
          <ac:spMkLst>
            <pc:docMk/>
            <pc:sldMk cId="2290294991" sldId="285"/>
            <ac:spMk id="2" creationId="{4A1BF701-ABCA-4DF0-8330-B6AF71EF8E39}"/>
          </ac:spMkLst>
        </pc:spChg>
      </pc:sldChg>
      <pc:sldChg chg="modSp mod">
        <pc:chgData name="prasadaraoayyagari@outlook.com" userId="b6046cc9aa91c72c" providerId="LiveId" clId="{694AF7F9-EC83-4B22-B6BE-D183A1BC2E40}" dt="2026-10-18T05:39:35.558" v="367" actId="20577"/>
        <pc:sldMkLst>
          <pc:docMk/>
          <pc:sldMk cId="917964102" sldId="286"/>
        </pc:sldMkLst>
        <pc:spChg chg="mod">
          <ac:chgData name="prasadaraoayyagari@outlook.com" userId="b6046cc9aa91c72c" providerId="LiveId" clId="{694AF7F9-EC83-4B22-B6BE-D183A1BC2E40}" dt="2026-10-18T05:39:35.558" v="367" actId="20577"/>
          <ac:spMkLst>
            <pc:docMk/>
            <pc:sldMk cId="917964102" sldId="286"/>
            <ac:spMk id="3" creationId="{ED65F54F-855A-0DB6-09A6-3212C5F7405B}"/>
          </ac:spMkLst>
        </pc:spChg>
      </pc:sldChg>
      <pc:sldChg chg="modSp mod">
        <pc:chgData name="prasadaraoayyagari@outlook.com" userId="b6046cc9aa91c72c" providerId="LiveId" clId="{694AF7F9-EC83-4B22-B6BE-D183A1BC2E40}" dt="2026-10-18T04:16:43.861" v="257" actId="1076"/>
        <pc:sldMkLst>
          <pc:docMk/>
          <pc:sldMk cId="2605851928" sldId="287"/>
        </pc:sldMkLst>
        <pc:spChg chg="mod">
          <ac:chgData name="prasadaraoayyagari@outlook.com" userId="b6046cc9aa91c72c" providerId="LiveId" clId="{694AF7F9-EC83-4B22-B6BE-D183A1BC2E40}" dt="2026-10-18T04:16:43.861" v="257" actId="1076"/>
          <ac:spMkLst>
            <pc:docMk/>
            <pc:sldMk cId="2605851928" sldId="287"/>
            <ac:spMk id="278" creationId="{187EEB9C-2E84-113A-3CE6-1507BF5B039F}"/>
          </ac:spMkLst>
        </pc:spChg>
      </pc:sldChg>
      <pc:sldChg chg="addSp delSp modSp mod">
        <pc:chgData name="prasadaraoayyagari@outlook.com" userId="b6046cc9aa91c72c" providerId="LiveId" clId="{694AF7F9-EC83-4B22-B6BE-D183A1BC2E40}" dt="2026-10-18T04:21:00.379" v="269" actId="14100"/>
        <pc:sldMkLst>
          <pc:docMk/>
          <pc:sldMk cId="1229047658" sldId="288"/>
        </pc:sldMkLst>
        <pc:spChg chg="del">
          <ac:chgData name="prasadaraoayyagari@outlook.com" userId="b6046cc9aa91c72c" providerId="LiveId" clId="{694AF7F9-EC83-4B22-B6BE-D183A1BC2E40}" dt="2026-10-18T04:20:54.844" v="268" actId="478"/>
          <ac:spMkLst>
            <pc:docMk/>
            <pc:sldMk cId="1229047658" sldId="288"/>
            <ac:spMk id="3" creationId="{4837D5EE-379B-FDC5-0854-8AC81D31FADF}"/>
          </ac:spMkLst>
        </pc:spChg>
        <pc:picChg chg="del">
          <ac:chgData name="prasadaraoayyagari@outlook.com" userId="b6046cc9aa91c72c" providerId="LiveId" clId="{694AF7F9-EC83-4B22-B6BE-D183A1BC2E40}" dt="2026-10-18T04:20:35.875" v="264" actId="478"/>
          <ac:picMkLst>
            <pc:docMk/>
            <pc:sldMk cId="1229047658" sldId="288"/>
            <ac:picMk id="4" creationId="{AD88C341-1F2F-9B6F-593F-2917E7E23DCB}"/>
          </ac:picMkLst>
        </pc:picChg>
        <pc:picChg chg="add mod">
          <ac:chgData name="prasadaraoayyagari@outlook.com" userId="b6046cc9aa91c72c" providerId="LiveId" clId="{694AF7F9-EC83-4B22-B6BE-D183A1BC2E40}" dt="2026-10-18T04:21:00.379" v="269" actId="14100"/>
          <ac:picMkLst>
            <pc:docMk/>
            <pc:sldMk cId="1229047658" sldId="288"/>
            <ac:picMk id="5" creationId="{41083D12-964B-A6D8-E7C1-699FE5AB1035}"/>
          </ac:picMkLst>
        </pc:picChg>
      </pc:sldChg>
      <pc:sldChg chg="addSp delSp modSp mod">
        <pc:chgData name="prasadaraoayyagari@outlook.com" userId="b6046cc9aa91c72c" providerId="LiveId" clId="{694AF7F9-EC83-4B22-B6BE-D183A1BC2E40}" dt="2026-10-18T04:22:21.036" v="279" actId="14100"/>
        <pc:sldMkLst>
          <pc:docMk/>
          <pc:sldMk cId="2506610743" sldId="289"/>
        </pc:sldMkLst>
        <pc:spChg chg="mod">
          <ac:chgData name="prasadaraoayyagari@outlook.com" userId="b6046cc9aa91c72c" providerId="LiveId" clId="{694AF7F9-EC83-4B22-B6BE-D183A1BC2E40}" dt="2026-10-18T04:22:08.009" v="276" actId="1076"/>
          <ac:spMkLst>
            <pc:docMk/>
            <pc:sldMk cId="2506610743" sldId="289"/>
            <ac:spMk id="5" creationId="{CA8544A9-CF92-3FAF-D3EE-31DF90F7A64D}"/>
          </ac:spMkLst>
        </pc:spChg>
        <pc:spChg chg="del">
          <ac:chgData name="prasadaraoayyagari@outlook.com" userId="b6046cc9aa91c72c" providerId="LiveId" clId="{694AF7F9-EC83-4B22-B6BE-D183A1BC2E40}" dt="2026-10-18T04:22:04.501" v="274" actId="478"/>
          <ac:spMkLst>
            <pc:docMk/>
            <pc:sldMk cId="2506610743" sldId="289"/>
            <ac:spMk id="6" creationId="{C0D36B1A-26C2-CD55-1032-4CB5E4EDF305}"/>
          </ac:spMkLst>
        </pc:spChg>
        <pc:picChg chg="add mod">
          <ac:chgData name="prasadaraoayyagari@outlook.com" userId="b6046cc9aa91c72c" providerId="LiveId" clId="{694AF7F9-EC83-4B22-B6BE-D183A1BC2E40}" dt="2026-10-18T04:22:21.036" v="279" actId="14100"/>
          <ac:picMkLst>
            <pc:docMk/>
            <pc:sldMk cId="2506610743" sldId="289"/>
            <ac:picMk id="3" creationId="{248E20C9-41FA-E21F-05E4-8F1BE4252323}"/>
          </ac:picMkLst>
        </pc:picChg>
        <pc:picChg chg="del">
          <ac:chgData name="prasadaraoayyagari@outlook.com" userId="b6046cc9aa91c72c" providerId="LiveId" clId="{694AF7F9-EC83-4B22-B6BE-D183A1BC2E40}" dt="2026-10-18T04:21:56.866" v="270" actId="478"/>
          <ac:picMkLst>
            <pc:docMk/>
            <pc:sldMk cId="2506610743" sldId="289"/>
            <ac:picMk id="4" creationId="{099C3698-991D-7A38-C456-893C84C23FC9}"/>
          </ac:picMkLst>
        </pc:picChg>
      </pc:sldChg>
      <pc:sldChg chg="addSp delSp modSp mod">
        <pc:chgData name="prasadaraoayyagari@outlook.com" userId="b6046cc9aa91c72c" providerId="LiveId" clId="{694AF7F9-EC83-4B22-B6BE-D183A1BC2E40}" dt="2026-10-18T05:27:22.545" v="292" actId="14826"/>
        <pc:sldMkLst>
          <pc:docMk/>
          <pc:sldMk cId="1429961814" sldId="290"/>
        </pc:sldMkLst>
        <pc:spChg chg="del">
          <ac:chgData name="prasadaraoayyagari@outlook.com" userId="b6046cc9aa91c72c" providerId="LiveId" clId="{694AF7F9-EC83-4B22-B6BE-D183A1BC2E40}" dt="2026-10-18T04:14:27.627" v="183" actId="478"/>
          <ac:spMkLst>
            <pc:docMk/>
            <pc:sldMk cId="1429961814" sldId="290"/>
            <ac:spMk id="2" creationId="{CCA977A3-5FA0-8FF5-E1D1-86C9ED676512}"/>
          </ac:spMkLst>
        </pc:spChg>
        <pc:picChg chg="add mod">
          <ac:chgData name="prasadaraoayyagari@outlook.com" userId="b6046cc9aa91c72c" providerId="LiveId" clId="{694AF7F9-EC83-4B22-B6BE-D183A1BC2E40}" dt="2026-10-18T05:27:22.545" v="292" actId="14826"/>
          <ac:picMkLst>
            <pc:docMk/>
            <pc:sldMk cId="1429961814" sldId="290"/>
            <ac:picMk id="4" creationId="{3AC2AF8C-A60D-5C5D-22AE-B794FD91EE49}"/>
          </ac:picMkLst>
        </pc:picChg>
        <pc:picChg chg="del">
          <ac:chgData name="prasadaraoayyagari@outlook.com" userId="b6046cc9aa91c72c" providerId="LiveId" clId="{694AF7F9-EC83-4B22-B6BE-D183A1BC2E40}" dt="2026-10-17T07:55:10" v="20" actId="478"/>
          <ac:picMkLst>
            <pc:docMk/>
            <pc:sldMk cId="1429961814" sldId="290"/>
            <ac:picMk id="4" creationId="{E430EE8C-8F89-5938-483F-00452050511A}"/>
          </ac:picMkLst>
        </pc:picChg>
      </pc:sldChg>
      <pc:sldChg chg="del">
        <pc:chgData name="prasadaraoayyagari@outlook.com" userId="b6046cc9aa91c72c" providerId="LiveId" clId="{694AF7F9-EC83-4B22-B6BE-D183A1BC2E40}" dt="2026-10-17T07:54:51.197" v="19" actId="47"/>
        <pc:sldMkLst>
          <pc:docMk/>
          <pc:sldMk cId="232371894" sldId="291"/>
        </pc:sldMkLst>
      </pc:sldChg>
      <pc:sldChg chg="addSp delSp modSp mod">
        <pc:chgData name="prasadaraoayyagari@outlook.com" userId="b6046cc9aa91c72c" providerId="LiveId" clId="{694AF7F9-EC83-4B22-B6BE-D183A1BC2E40}" dt="2026-10-18T05:27:40.436" v="295" actId="14826"/>
        <pc:sldMkLst>
          <pc:docMk/>
          <pc:sldMk cId="3585092305" sldId="292"/>
        </pc:sldMkLst>
        <pc:spChg chg="del">
          <ac:chgData name="prasadaraoayyagari@outlook.com" userId="b6046cc9aa91c72c" providerId="LiveId" clId="{694AF7F9-EC83-4B22-B6BE-D183A1BC2E40}" dt="2026-10-18T04:14:43.889" v="213" actId="478"/>
          <ac:spMkLst>
            <pc:docMk/>
            <pc:sldMk cId="3585092305" sldId="292"/>
            <ac:spMk id="2" creationId="{9692D13D-6B69-03D8-BA22-587B943A2572}"/>
          </ac:spMkLst>
        </pc:spChg>
        <pc:picChg chg="add mod">
          <ac:chgData name="prasadaraoayyagari@outlook.com" userId="b6046cc9aa91c72c" providerId="LiveId" clId="{694AF7F9-EC83-4B22-B6BE-D183A1BC2E40}" dt="2026-10-18T05:27:40.436" v="295" actId="14826"/>
          <ac:picMkLst>
            <pc:docMk/>
            <pc:sldMk cId="3585092305" sldId="292"/>
            <ac:picMk id="4" creationId="{454AB5C1-1E7A-C376-25B7-1DC5B70D0D58}"/>
          </ac:picMkLst>
        </pc:picChg>
        <pc:picChg chg="del">
          <ac:chgData name="prasadaraoayyagari@outlook.com" userId="b6046cc9aa91c72c" providerId="LiveId" clId="{694AF7F9-EC83-4B22-B6BE-D183A1BC2E40}" dt="2026-10-17T07:55:14.337" v="21" actId="478"/>
          <ac:picMkLst>
            <pc:docMk/>
            <pc:sldMk cId="3585092305" sldId="292"/>
            <ac:picMk id="5" creationId="{146B9DE6-C4BB-B81B-528A-B8789445C3FE}"/>
          </ac:picMkLst>
        </pc:picChg>
      </pc:sldChg>
      <pc:sldChg chg="new del">
        <pc:chgData name="prasadaraoayyagari@outlook.com" userId="b6046cc9aa91c72c" providerId="LiveId" clId="{694AF7F9-EC83-4B22-B6BE-D183A1BC2E40}" dt="2026-10-18T05:27:30.367" v="294" actId="47"/>
        <pc:sldMkLst>
          <pc:docMk/>
          <pc:sldMk cId="229479961" sldId="293"/>
        </pc:sldMkLst>
      </pc:sldChg>
      <pc:sldChg chg="modSp add">
        <pc:chgData name="prasadaraoayyagari@outlook.com" userId="b6046cc9aa91c72c" providerId="LiveId" clId="{694AF7F9-EC83-4B22-B6BE-D183A1BC2E40}" dt="2026-10-18T05:27:58.574" v="297" actId="14826"/>
        <pc:sldMkLst>
          <pc:docMk/>
          <pc:sldMk cId="2192525388" sldId="293"/>
        </pc:sldMkLst>
        <pc:picChg chg="mod">
          <ac:chgData name="prasadaraoayyagari@outlook.com" userId="b6046cc9aa91c72c" providerId="LiveId" clId="{694AF7F9-EC83-4B22-B6BE-D183A1BC2E40}" dt="2026-10-18T05:27:58.574" v="297" actId="14826"/>
          <ac:picMkLst>
            <pc:docMk/>
            <pc:sldMk cId="2192525388" sldId="293"/>
            <ac:picMk id="4" creationId="{09CAEC2B-CF43-9BD7-C1B0-2ED948D4802F}"/>
          </ac:picMkLst>
        </pc:picChg>
      </pc:sldChg>
      <pc:sldChg chg="del">
        <pc:chgData name="prasadaraoayyagari@outlook.com" userId="b6046cc9aa91c72c" providerId="LiveId" clId="{694AF7F9-EC83-4B22-B6BE-D183A1BC2E40}" dt="2026-10-18T04:15:28.425" v="249" actId="47"/>
        <pc:sldMkLst>
          <pc:docMk/>
          <pc:sldMk cId="2601907186" sldId="293"/>
        </pc:sldMkLst>
      </pc:sldChg>
      <pc:sldChg chg="modSp add">
        <pc:chgData name="prasadaraoayyagari@outlook.com" userId="b6046cc9aa91c72c" providerId="LiveId" clId="{694AF7F9-EC83-4B22-B6BE-D183A1BC2E40}" dt="2026-10-18T05:28:15.380" v="299" actId="14826"/>
        <pc:sldMkLst>
          <pc:docMk/>
          <pc:sldMk cId="4276346522" sldId="294"/>
        </pc:sldMkLst>
        <pc:picChg chg="mod">
          <ac:chgData name="prasadaraoayyagari@outlook.com" userId="b6046cc9aa91c72c" providerId="LiveId" clId="{694AF7F9-EC83-4B22-B6BE-D183A1BC2E40}" dt="2026-10-18T05:28:15.380" v="299" actId="14826"/>
          <ac:picMkLst>
            <pc:docMk/>
            <pc:sldMk cId="4276346522" sldId="294"/>
            <ac:picMk id="4" creationId="{EDC07E76-3BE5-B4DC-4AF5-DD02052A7C6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D390FCB2-F977-F91E-8ED6-484AAB5A009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994225D-A441-6BFE-B78D-FBAB85D2397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6BDF3F36-0D05-7CDE-F3A7-2917DC1D6A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52739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51F823F7-FE43-6E5C-9390-0CCF9CD100D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01603A2C-EC12-1E9A-2547-59FD90EA6D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10E84F2-5FCA-186C-D40F-C7A02CCC89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3836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ayyagariprasadarao@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8592621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err="1"/>
                        <a:t>Faculrty</a:t>
                      </a:r>
                      <a:r>
                        <a:rPr lang="en-US" sz="1800" u="none" strike="noStrike" cap="none" dirty="0"/>
                        <a: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AYYAGARI PRASADA RAO</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hlinkClick r:id="rId3"/>
                        </a:rPr>
                        <a:t>ayyagariprasadarao@gmail.com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9985273672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SMART STUDY GENERATOR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758C86FC-6BA9-3BCF-7272-2774AFB5807A}"/>
              </a:ext>
            </a:extLst>
          </p:cNvPr>
          <p:cNvPicPr>
            <a:picLocks noChangeAspect="1"/>
          </p:cNvPicPr>
          <p:nvPr/>
        </p:nvPicPr>
        <p:blipFill>
          <a:blip r:embed="rId4"/>
          <a:stretch>
            <a:fillRect/>
          </a:stretch>
        </p:blipFill>
        <p:spPr>
          <a:xfrm>
            <a:off x="4035655" y="3668572"/>
            <a:ext cx="1008293" cy="9593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139869"/>
          </a:xfrm>
          <a:prstGeom prst="rect">
            <a:avLst/>
          </a:prstGeom>
          <a:noFill/>
        </p:spPr>
        <p:txBody>
          <a:bodyPr wrap="square" rtlCol="0">
            <a:spAutoFit/>
          </a:bodyPr>
          <a:lstStyle/>
          <a:p>
            <a:r>
              <a:rPr lang="en-IN" sz="2400" dirty="0"/>
              <a:t>The initial Machine Learning Prediction Application failed to run because a critical trained model file was missing. When the application started up, the </a:t>
            </a:r>
            <a:r>
              <a:rPr lang="en-IN" sz="1600" dirty="0"/>
              <a:t>app.py</a:t>
            </a:r>
            <a:r>
              <a:rPr lang="en-IN" sz="2400" dirty="0"/>
              <a:t> script attempted to load a serialized model pipeline from </a:t>
            </a:r>
            <a:r>
              <a:rPr lang="en-IN" sz="1600" dirty="0"/>
              <a:t>models/</a:t>
            </a:r>
            <a:r>
              <a:rPr lang="en-IN" sz="1600" dirty="0" err="1"/>
              <a:t>model.pkl</a:t>
            </a:r>
            <a:r>
              <a:rPr lang="en-IN" sz="2400" dirty="0"/>
              <a:t>. However, because the </a:t>
            </a:r>
            <a:r>
              <a:rPr lang="en-IN" sz="1600" dirty="0"/>
              <a:t>train_model.py</a:t>
            </a:r>
            <a:r>
              <a:rPr lang="en-IN" sz="2400" dirty="0"/>
              <a:t> script had never been executed, the </a:t>
            </a:r>
            <a:r>
              <a:rPr lang="en-IN" sz="1600" dirty="0"/>
              <a:t>models/</a:t>
            </a:r>
            <a:r>
              <a:rPr lang="en-IN" sz="2400" dirty="0"/>
              <a:t> directory was completely empty, causing every page load to crash with a "Model not found" error that halted rendering immediately.</a:t>
            </a:r>
          </a:p>
          <a:p>
            <a:endParaRPr lang="en-IN" sz="2400" dirty="0"/>
          </a:p>
          <a:p>
            <a:r>
              <a:rPr lang="en-IN" sz="2400" dirty="0"/>
              <a:t>A secondary technical issue compounded this problem: the model loader function </a:t>
            </a:r>
            <a:r>
              <a:rPr lang="en-IN" sz="1600" dirty="0" err="1"/>
              <a:t>load_artefact</a:t>
            </a:r>
            <a:r>
              <a:rPr lang="en-IN" sz="1600" dirty="0"/>
              <a:t>()</a:t>
            </a:r>
            <a:r>
              <a:rPr lang="en-IN" sz="2400" dirty="0"/>
              <a:t> was configured with </a:t>
            </a:r>
            <a:r>
              <a:rPr lang="en-IN" sz="2400" dirty="0" err="1"/>
              <a:t>Streamlit's</a:t>
            </a:r>
            <a:r>
              <a:rPr lang="en-IN" sz="2400" dirty="0"/>
              <a:t> </a:t>
            </a:r>
            <a:r>
              <a:rPr lang="en-IN" sz="1600" dirty="0"/>
              <a:t>@st.cache_resource</a:t>
            </a:r>
            <a:r>
              <a:rPr lang="en-IN" sz="2400" dirty="0"/>
              <a:t> decorator without any file-state-aware cache key. Consequently, once </a:t>
            </a:r>
            <a:r>
              <a:rPr lang="en-IN" sz="2400" dirty="0" err="1"/>
              <a:t>Streamlit</a:t>
            </a:r>
            <a:r>
              <a:rPr lang="en-IN" sz="2400" dirty="0"/>
              <a:t> cached a </a:t>
            </a:r>
            <a:r>
              <a:rPr lang="en-IN" sz="1600" dirty="0"/>
              <a:t>None</a:t>
            </a:r>
            <a:r>
              <a:rPr lang="en-IN" sz="2400" dirty="0"/>
              <a:t> result from the missing file, it continued returning </a:t>
            </a:r>
            <a:r>
              <a:rPr lang="en-IN" sz="1600" dirty="0"/>
              <a:t>None</a:t>
            </a:r>
            <a:r>
              <a:rPr lang="en-IN" sz="2400" dirty="0"/>
              <a:t> on every subsequent request—even after the model file was successfully generated—until the entire server process was manually restarted.</a:t>
            </a:r>
          </a:p>
          <a:p>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01205"/>
          </a:xfrm>
          <a:prstGeom prst="rect">
            <a:avLst/>
          </a:prstGeom>
          <a:noFill/>
        </p:spPr>
        <p:txBody>
          <a:bodyPr wrap="square" rtlCol="0">
            <a:spAutoFit/>
          </a:bodyPr>
          <a:lstStyle/>
          <a:p>
            <a:pPr fontAlgn="base"/>
            <a:endParaRPr lang="en-US" sz="2000" b="1" dirty="0"/>
          </a:p>
          <a:p>
            <a:r>
              <a:rPr lang="en-IN" sz="2000" dirty="0"/>
              <a:t>To resolve these issues, a three-step fix was implemented. First, </a:t>
            </a:r>
            <a:r>
              <a:rPr lang="en-IN" sz="1600" dirty="0"/>
              <a:t>train_model.py</a:t>
            </a:r>
            <a:r>
              <a:rPr lang="en-IN" sz="2000" dirty="0"/>
              <a:t> is executed prior to launching the application to automatically detect the dataset, compare multiple machine learning algorithms using cross-validation, select the highest performer (an SVM model achieving 96.67% test accuracy on the Iris dataset), and serialize the pipeline using </a:t>
            </a:r>
            <a:r>
              <a:rPr lang="en-IN" sz="2000" dirty="0" err="1"/>
              <a:t>joblib</a:t>
            </a:r>
            <a:r>
              <a:rPr lang="en-IN" sz="2000" dirty="0"/>
              <a:t>.</a:t>
            </a:r>
          </a:p>
          <a:p>
            <a:endParaRPr lang="en-IN" sz="2000" dirty="0"/>
          </a:p>
          <a:p>
            <a:r>
              <a:rPr lang="en-IN" sz="2000" dirty="0"/>
              <a:t>Second, the </a:t>
            </a:r>
            <a:r>
              <a:rPr lang="en-IN" sz="1600" dirty="0" err="1"/>
              <a:t>load_artefact</a:t>
            </a:r>
            <a:r>
              <a:rPr lang="en-IN" sz="1600" dirty="0"/>
              <a:t>()</a:t>
            </a:r>
            <a:r>
              <a:rPr lang="en-IN" sz="2000" dirty="0"/>
              <a:t> function in </a:t>
            </a:r>
            <a:r>
              <a:rPr lang="en-IN" sz="1600" dirty="0"/>
              <a:t>app.py</a:t>
            </a:r>
            <a:r>
              <a:rPr lang="en-IN" sz="2000" dirty="0"/>
              <a:t> was updated to accept the model file's modification timestamp (</a:t>
            </a:r>
            <a:r>
              <a:rPr lang="en-IN" sz="1600" dirty="0" err="1"/>
              <a:t>os.path.getmtime</a:t>
            </a:r>
            <a:r>
              <a:rPr lang="en-IN" sz="2000" dirty="0"/>
              <a:t>) as a cache key parameter (</a:t>
            </a:r>
            <a:r>
              <a:rPr lang="en-IN" sz="1600" dirty="0"/>
              <a:t>_</a:t>
            </a:r>
            <a:r>
              <a:rPr lang="en-IN" sz="1600" dirty="0" err="1"/>
              <a:t>mtime</a:t>
            </a:r>
            <a:r>
              <a:rPr lang="en-IN" sz="2000" dirty="0"/>
              <a:t>). </a:t>
            </a:r>
            <a:r>
              <a:rPr lang="en-IN" sz="2000" dirty="0" err="1"/>
              <a:t>Streamlit</a:t>
            </a:r>
            <a:r>
              <a:rPr lang="en-IN" sz="2000" dirty="0"/>
              <a:t> treats any change in arguments as a cache miss, ensuring the model automatically reloads whenever the </a:t>
            </a:r>
            <a:r>
              <a:rPr lang="en-IN" sz="1600" dirty="0"/>
              <a:t>.</a:t>
            </a:r>
            <a:r>
              <a:rPr lang="en-IN" sz="1600" dirty="0" err="1"/>
              <a:t>pkl</a:t>
            </a:r>
            <a:r>
              <a:rPr lang="en-IN" sz="2000" dirty="0"/>
              <a:t> file is updated without requiring a manual server restart. Finally, restarting the </a:t>
            </a:r>
            <a:r>
              <a:rPr lang="en-IN" sz="2000" dirty="0" err="1"/>
              <a:t>Streamlit</a:t>
            </a:r>
            <a:r>
              <a:rPr lang="en-IN" sz="2000" dirty="0"/>
              <a:t> server clears any stale memory states and launches the full prediction user interface successfully.</a:t>
            </a:r>
          </a:p>
          <a:p>
            <a:endParaRPr lang="en-IN"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344618"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341644" y="946298"/>
            <a:ext cx="10951196" cy="4247317"/>
          </a:xfrm>
          <a:prstGeom prst="rect">
            <a:avLst/>
          </a:prstGeom>
          <a:noFill/>
        </p:spPr>
        <p:txBody>
          <a:bodyPr wrap="square" rtlCol="0">
            <a:spAutoFit/>
          </a:bodyPr>
          <a:lstStyle/>
          <a:p>
            <a:pPr lvl="0"/>
            <a:r>
              <a:rPr lang="en-IN" sz="1800" b="1" dirty="0"/>
              <a:t>Core Programming Language:</a:t>
            </a:r>
            <a:endParaRPr lang="en-IN" sz="1800" dirty="0"/>
          </a:p>
          <a:p>
            <a:pPr lvl="1"/>
            <a:r>
              <a:rPr lang="en-IN" sz="1800" b="1" dirty="0"/>
              <a:t>Python 3.15</a:t>
            </a:r>
            <a:r>
              <a:rPr lang="en-IN" sz="1800" dirty="0"/>
              <a:t> serving as the foundation for the entire application.</a:t>
            </a:r>
          </a:p>
          <a:p>
            <a:pPr lvl="0"/>
            <a:r>
              <a:rPr lang="en-IN" sz="1800" b="1" dirty="0"/>
              <a:t>Machine Learning &amp; Data Processing:</a:t>
            </a:r>
            <a:endParaRPr lang="en-IN" sz="1800" dirty="0"/>
          </a:p>
          <a:p>
            <a:pPr lvl="1"/>
            <a:r>
              <a:rPr lang="en-IN" sz="1800" b="1" dirty="0"/>
              <a:t>scikit-learn:</a:t>
            </a:r>
            <a:r>
              <a:rPr lang="en-IN" sz="1800" dirty="0"/>
              <a:t> Manages model training, preprocessing pipelines, and cross-validation.</a:t>
            </a:r>
          </a:p>
          <a:p>
            <a:pPr lvl="1"/>
            <a:r>
              <a:rPr lang="en-IN" sz="1800" b="1" dirty="0"/>
              <a:t>NumPy:</a:t>
            </a:r>
            <a:r>
              <a:rPr lang="en-IN" sz="1800" dirty="0"/>
              <a:t> Utilized for high-performance numerical computations.</a:t>
            </a:r>
          </a:p>
          <a:p>
            <a:pPr lvl="1"/>
            <a:r>
              <a:rPr lang="en-IN" sz="1800" b="1" dirty="0"/>
              <a:t>Pandas:</a:t>
            </a:r>
            <a:r>
              <a:rPr lang="en-IN" sz="1800" dirty="0"/>
              <a:t> Handles data loading, manipulation, and feature engineering.</a:t>
            </a:r>
          </a:p>
          <a:p>
            <a:pPr lvl="0"/>
            <a:r>
              <a:rPr lang="en-IN" sz="1800" b="1" dirty="0"/>
              <a:t>Web Framework &amp; UI:</a:t>
            </a:r>
            <a:endParaRPr lang="en-IN" sz="1800" dirty="0"/>
          </a:p>
          <a:p>
            <a:pPr lvl="1"/>
            <a:r>
              <a:rPr lang="en-IN" sz="1800" b="1" dirty="0" err="1"/>
              <a:t>Streamlit</a:t>
            </a:r>
            <a:r>
              <a:rPr lang="en-IN" sz="1800" b="1" dirty="0"/>
              <a:t> 1.66.0:</a:t>
            </a:r>
            <a:r>
              <a:rPr lang="en-IN" sz="1800" dirty="0"/>
              <a:t> Powers the interactive web application widgets, sidebars, and tab navigation.</a:t>
            </a:r>
          </a:p>
          <a:p>
            <a:pPr lvl="0"/>
            <a:r>
              <a:rPr lang="en-IN" sz="1800" b="1" dirty="0"/>
              <a:t>Model Serialization:</a:t>
            </a:r>
            <a:endParaRPr lang="en-IN" sz="1800" dirty="0"/>
          </a:p>
          <a:p>
            <a:pPr lvl="1"/>
            <a:r>
              <a:rPr lang="en-IN" sz="1800" b="1" dirty="0" err="1"/>
              <a:t>Joblib</a:t>
            </a:r>
            <a:r>
              <a:rPr lang="en-IN" sz="1800" b="1" dirty="0"/>
              <a:t>:</a:t>
            </a:r>
            <a:r>
              <a:rPr lang="en-IN" sz="1800" dirty="0"/>
              <a:t> Used for efficient model persistence and saving.</a:t>
            </a:r>
          </a:p>
          <a:p>
            <a:pPr lvl="0"/>
            <a:r>
              <a:rPr lang="en-IN" sz="1800" b="1" dirty="0"/>
              <a:t>Development Environment &amp; Deployment:</a:t>
            </a:r>
            <a:endParaRPr lang="en-IN" sz="1800" dirty="0"/>
          </a:p>
          <a:p>
            <a:pPr lvl="1"/>
            <a:r>
              <a:rPr lang="en-IN" sz="1800" b="1" dirty="0"/>
              <a:t>Local Server:</a:t>
            </a:r>
            <a:r>
              <a:rPr lang="en-IN" sz="1800" dirty="0"/>
              <a:t> Runs locally on localhost:8501/8502.</a:t>
            </a:r>
          </a:p>
          <a:p>
            <a:pPr lvl="1"/>
            <a:r>
              <a:rPr lang="en-IN" sz="1800" b="1" dirty="0"/>
              <a:t>Operating System:</a:t>
            </a:r>
            <a:r>
              <a:rPr lang="en-IN" sz="1800" dirty="0"/>
              <a:t> Windows 10/11 (x64) deployment platform.</a:t>
            </a:r>
          </a:p>
          <a:p>
            <a:pPr lvl="1"/>
            <a:r>
              <a:rPr lang="en-IN" sz="1800" b="1" dirty="0"/>
              <a:t>AI Assistance:</a:t>
            </a:r>
            <a:r>
              <a:rPr lang="en-IN" sz="1800" dirty="0"/>
              <a:t> IBM Bob used for streamlined code generation and troubleshooting.</a:t>
            </a:r>
          </a:p>
          <a:p>
            <a:endParaRPr lang="en-IN" sz="1800" dirty="0"/>
          </a:p>
        </p:txBody>
      </p:sp>
      <p:graphicFrame>
        <p:nvGraphicFramePr>
          <p:cNvPr id="10" name="Table 9">
            <a:extLst>
              <a:ext uri="{FF2B5EF4-FFF2-40B4-BE49-F238E27FC236}">
                <a16:creationId xmlns:a16="http://schemas.microsoft.com/office/drawing/2014/main" id="{4CBBED1A-E17D-B65A-D0B7-DDFED9A7C7DD}"/>
              </a:ext>
            </a:extLst>
          </p:cNvPr>
          <p:cNvGraphicFramePr>
            <a:graphicFrameLocks noGrp="1"/>
          </p:cNvGraphicFramePr>
          <p:nvPr>
            <p:extLst>
              <p:ext uri="{D42A27DB-BD31-4B8C-83A1-F6EECF244321}">
                <p14:modId xmlns:p14="http://schemas.microsoft.com/office/powerpoint/2010/main" val="220099027"/>
              </p:ext>
            </p:extLst>
          </p:nvPr>
        </p:nvGraphicFramePr>
        <p:xfrm>
          <a:off x="536750" y="5221968"/>
          <a:ext cx="10515600" cy="1341120"/>
        </p:xfrm>
        <a:graphic>
          <a:graphicData uri="http://schemas.openxmlformats.org/drawingml/2006/table">
            <a:tbl>
              <a:tblPr/>
              <a:tblGrid>
                <a:gridCol w="5257800">
                  <a:extLst>
                    <a:ext uri="{9D8B030D-6E8A-4147-A177-3AD203B41FA5}">
                      <a16:colId xmlns:a16="http://schemas.microsoft.com/office/drawing/2014/main" val="4195393467"/>
                    </a:ext>
                  </a:extLst>
                </a:gridCol>
                <a:gridCol w="5257800">
                  <a:extLst>
                    <a:ext uri="{9D8B030D-6E8A-4147-A177-3AD203B41FA5}">
                      <a16:colId xmlns:a16="http://schemas.microsoft.com/office/drawing/2014/main" val="154013768"/>
                    </a:ext>
                  </a:extLst>
                </a:gridCol>
              </a:tblGrid>
              <a:tr h="0">
                <a:tc>
                  <a:txBody>
                    <a:bodyPr/>
                    <a:lstStyle/>
                    <a:p>
                      <a:pPr marL="0" marR="0" indent="0" algn="l">
                        <a:buNone/>
                      </a:pPr>
                      <a:r>
                        <a:rPr lang="en-IN" b="1" dirty="0">
                          <a:solidFill>
                            <a:srgbClr val="BFBFBF"/>
                          </a:solidFill>
                          <a:effectLst/>
                        </a:rPr>
                        <a:t>Task</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rgbClr val="121314"/>
                    </a:solidFill>
                  </a:tcPr>
                </a:tc>
                <a:tc>
                  <a:txBody>
                    <a:bodyPr/>
                    <a:lstStyle/>
                    <a:p>
                      <a:pPr marL="0" marR="0" indent="0" algn="l">
                        <a:buNone/>
                      </a:pPr>
                      <a:r>
                        <a:rPr lang="en-IN" b="1">
                          <a:solidFill>
                            <a:srgbClr val="BFBFBF"/>
                          </a:solidFill>
                          <a:effectLst/>
                        </a:rPr>
                        <a:t>Models</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solidFill>
                      <a:srgbClr val="121314"/>
                    </a:solidFill>
                  </a:tcPr>
                </a:tc>
                <a:extLst>
                  <a:ext uri="{0D108BD9-81ED-4DB2-BD59-A6C34878D82A}">
                    <a16:rowId xmlns:a16="http://schemas.microsoft.com/office/drawing/2014/main" val="2541777071"/>
                  </a:ext>
                </a:extLst>
              </a:tr>
              <a:tr h="0">
                <a:tc>
                  <a:txBody>
                    <a:bodyPr/>
                    <a:lstStyle/>
                    <a:p>
                      <a:pPr marL="0" marR="0" indent="0" algn="l">
                        <a:buNone/>
                      </a:pPr>
                      <a:r>
                        <a:rPr lang="en-IN" b="0">
                          <a:effectLst/>
                        </a:rPr>
                        <a:t>Classification</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marL="0" marR="0" indent="0" algn="l">
                        <a:buNone/>
                      </a:pPr>
                      <a:r>
                        <a:rPr lang="en-IN" b="0">
                          <a:effectLst/>
                        </a:rPr>
                        <a:t>Logistic Regression, Decision Tree, Random Forest, Gradient Boosting, SVM, KNN</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4000402870"/>
                  </a:ext>
                </a:extLst>
              </a:tr>
              <a:tr h="0">
                <a:tc>
                  <a:txBody>
                    <a:bodyPr/>
                    <a:lstStyle/>
                    <a:p>
                      <a:pPr marL="0" marR="0" indent="0" algn="l">
                        <a:buNone/>
                      </a:pPr>
                      <a:r>
                        <a:rPr lang="en-IN" b="0" dirty="0">
                          <a:effectLst/>
                        </a:rPr>
                        <a:t>Regression</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tc>
                  <a:txBody>
                    <a:bodyPr/>
                    <a:lstStyle/>
                    <a:p>
                      <a:pPr marL="0" marR="0" indent="0" algn="l">
                        <a:buNone/>
                      </a:pPr>
                      <a:r>
                        <a:rPr lang="en-IN" b="0" dirty="0">
                          <a:effectLst/>
                        </a:rPr>
                        <a:t>Linear Regression, Ridge, Random Forest, Gradient Boosting, SVR</a:t>
                      </a:r>
                    </a:p>
                  </a:txBody>
                  <a:tcPr anchor="ctr">
                    <a:lnL w="6096" cap="flat" cmpd="sng" algn="ctr">
                      <a:solidFill>
                        <a:srgbClr val="2A2B2C"/>
                      </a:solidFill>
                      <a:prstDash val="solid"/>
                      <a:round/>
                      <a:headEnd type="none" w="med" len="med"/>
                      <a:tailEnd type="none" w="med" len="med"/>
                    </a:lnL>
                    <a:lnR w="6096" cap="flat" cmpd="sng" algn="ctr">
                      <a:solidFill>
                        <a:srgbClr val="2A2B2C"/>
                      </a:solidFill>
                      <a:prstDash val="solid"/>
                      <a:round/>
                      <a:headEnd type="none" w="med" len="med"/>
                      <a:tailEnd type="none" w="med" len="med"/>
                    </a:lnR>
                    <a:lnT w="6096" cap="flat" cmpd="sng" algn="ctr">
                      <a:solidFill>
                        <a:srgbClr val="2A2B2C"/>
                      </a:solidFill>
                      <a:prstDash val="solid"/>
                      <a:round/>
                      <a:headEnd type="none" w="med" len="med"/>
                      <a:tailEnd type="none" w="med" len="med"/>
                    </a:lnT>
                    <a:lnB w="6096"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990851470"/>
                  </a:ext>
                </a:extLst>
              </a:tr>
            </a:tbl>
          </a:graphicData>
        </a:graphic>
      </p:graphicFrame>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1C56DCD3-E3A7-EFAD-5BB3-F83A9F652816}"/>
              </a:ext>
            </a:extLst>
          </p:cNvPr>
          <p:cNvPicPr>
            <a:picLocks noChangeAspect="1"/>
          </p:cNvPicPr>
          <p:nvPr/>
        </p:nvPicPr>
        <p:blipFill>
          <a:blip r:embed="rId3"/>
          <a:srcRect/>
          <a:stretch/>
        </p:blipFill>
        <p:spPr>
          <a:xfrm>
            <a:off x="365895" y="771747"/>
            <a:ext cx="11489704" cy="6125445"/>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5" name="Picture 4">
            <a:extLst>
              <a:ext uri="{FF2B5EF4-FFF2-40B4-BE49-F238E27FC236}">
                <a16:creationId xmlns:a16="http://schemas.microsoft.com/office/drawing/2014/main" id="{2448B042-06D0-1FE7-2FAA-49047E2701AA}"/>
              </a:ext>
            </a:extLst>
          </p:cNvPr>
          <p:cNvPicPr>
            <a:picLocks noChangeAspect="1"/>
          </p:cNvPicPr>
          <p:nvPr/>
        </p:nvPicPr>
        <p:blipFill>
          <a:blip r:embed="rId3"/>
          <a:stretch>
            <a:fillRect/>
          </a:stretch>
        </p:blipFill>
        <p:spPr>
          <a:xfrm>
            <a:off x="78659" y="771746"/>
            <a:ext cx="11857702" cy="608625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595835"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262979"/>
          </a:xfrm>
          <a:prstGeom prst="rect">
            <a:avLst/>
          </a:prstGeom>
          <a:noFill/>
        </p:spPr>
        <p:txBody>
          <a:bodyPr wrap="square" rtlCol="0">
            <a:spAutoFit/>
          </a:bodyPr>
          <a:lstStyle/>
          <a:p>
            <a:pPr algn="just"/>
            <a:r>
              <a:rPr lang="en-IN" sz="2000" dirty="0"/>
              <a:t>The Smart Study Generator leverages IBM Granite (via </a:t>
            </a:r>
            <a:r>
              <a:rPr lang="en-IN" sz="1800" dirty="0" err="1"/>
              <a:t>ibm</a:t>
            </a:r>
            <a:r>
              <a:rPr lang="en-IN" sz="1800" dirty="0"/>
              <a:t>/granite-13b-instruct-v2</a:t>
            </a:r>
            <a:r>
              <a:rPr lang="en-IN" sz="2000" dirty="0"/>
              <a:t> on watsonx.ai) as an autonomous agentic AI that independently executes study tasks. Instead of relying on human curation, the system summarizes raw content, generates flashcards and quizzes, builds multi-day study plans, maps concepts, and predicts exam topics dynamically through self-contained agent calls using structured JSON schema contracts.</a:t>
            </a:r>
          </a:p>
          <a:p>
            <a:pPr algn="just"/>
            <a:r>
              <a:rPr lang="en-IN" sz="2000" dirty="0"/>
              <a:t>Furthermore, the AI is fully context-aware by injecting the student's uploaded textbooks or notes directly into the prompt, grounding responses in personal study material. It drives an adaptive feedback loop: quiz performance history is recorded and </a:t>
            </a:r>
            <a:r>
              <a:rPr lang="en-IN" sz="2000" dirty="0" err="1"/>
              <a:t>analyzed</a:t>
            </a:r>
            <a:r>
              <a:rPr lang="en-IN" sz="2000" dirty="0"/>
              <a:t> to autonomously diagnose knowledge gaps and strong areas, updating the dashboard radar chart and predictive alerts in real time following an observe-reason-act cycle.</a:t>
            </a:r>
            <a:endParaRPr lang="en-IN" sz="1800" dirty="0"/>
          </a:p>
          <a:p>
            <a:br>
              <a:rPr lang="en-IN" sz="1800" dirty="0"/>
            </a:br>
            <a:endParaRPr lang="en-US" sz="1800" dirty="0"/>
          </a:p>
        </p:txBody>
      </p:sp>
      <p:pic>
        <p:nvPicPr>
          <p:cNvPr id="5" name="Picture 4">
            <a:extLst>
              <a:ext uri="{FF2B5EF4-FFF2-40B4-BE49-F238E27FC236}">
                <a16:creationId xmlns:a16="http://schemas.microsoft.com/office/drawing/2014/main" id="{9BAB2BB6-528E-E3CF-4121-847ED7C4A375}"/>
              </a:ext>
            </a:extLst>
          </p:cNvPr>
          <p:cNvPicPr>
            <a:picLocks noChangeAspect="1"/>
          </p:cNvPicPr>
          <p:nvPr/>
        </p:nvPicPr>
        <p:blipFill>
          <a:blip r:embed="rId3"/>
          <a:stretch>
            <a:fillRect/>
          </a:stretch>
        </p:blipFill>
        <p:spPr>
          <a:xfrm>
            <a:off x="8160774" y="766762"/>
            <a:ext cx="3913239" cy="58077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3AC2AF8C-A60D-5C5D-22AE-B794FD91EE49}"/>
              </a:ext>
            </a:extLst>
          </p:cNvPr>
          <p:cNvPicPr>
            <a:picLocks noChangeAspect="1"/>
          </p:cNvPicPr>
          <p:nvPr/>
        </p:nvPicPr>
        <p:blipFill>
          <a:blip r:embed="rId3"/>
          <a:srcRect/>
          <a:stretch/>
        </p:blipFill>
        <p:spPr>
          <a:xfrm>
            <a:off x="255636" y="839273"/>
            <a:ext cx="11307097" cy="5635789"/>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54AB5C1-1E7A-C376-25B7-1DC5B70D0D58}"/>
              </a:ext>
            </a:extLst>
          </p:cNvPr>
          <p:cNvPicPr>
            <a:picLocks noChangeAspect="1"/>
          </p:cNvPicPr>
          <p:nvPr/>
        </p:nvPicPr>
        <p:blipFill>
          <a:blip r:embed="rId3"/>
          <a:srcRect/>
          <a:stretch/>
        </p:blipFill>
        <p:spPr>
          <a:xfrm>
            <a:off x="285133" y="758537"/>
            <a:ext cx="11307097" cy="580811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95B90145-2EEB-CBFF-9178-F07E0E8E137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E397EE2-5791-4952-A7AB-87FC559A18BA}"/>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07CF16AE-0E35-9524-BD7B-249C407F5FCB}"/>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30266EDB-6DB2-B85C-E42C-FA88D7510B3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E826222B-BFC7-9E18-8BEC-18BD9169231A}"/>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09CAEC2B-CF43-9BD7-C1B0-2ED948D4802F}"/>
              </a:ext>
            </a:extLst>
          </p:cNvPr>
          <p:cNvPicPr>
            <a:picLocks noChangeAspect="1"/>
          </p:cNvPicPr>
          <p:nvPr/>
        </p:nvPicPr>
        <p:blipFill>
          <a:blip r:embed="rId3"/>
          <a:srcRect/>
          <a:stretch/>
        </p:blipFill>
        <p:spPr>
          <a:xfrm>
            <a:off x="285133" y="817985"/>
            <a:ext cx="11307097" cy="5689217"/>
          </a:xfrm>
          <a:prstGeom prst="rect">
            <a:avLst/>
          </a:prstGeom>
        </p:spPr>
      </p:pic>
    </p:spTree>
    <p:extLst>
      <p:ext uri="{BB962C8B-B14F-4D97-AF65-F5344CB8AC3E}">
        <p14:creationId xmlns:p14="http://schemas.microsoft.com/office/powerpoint/2010/main" val="2192525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47EC85F-8CCF-AE5B-8A30-39EB030FA92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59313D28-E9D5-4E0B-E60D-BDFF5CD4F0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7CE68001-0C2E-B040-3D8A-F14B396C5746}"/>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A0599C44-0B3D-D5B5-2DD8-A286FD7DC055}"/>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C3F0241-F04A-F83F-033C-6EF0486081E8}"/>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EDC07E76-3BE5-B4DC-4AF5-DD02052A7C6D}"/>
              </a:ext>
            </a:extLst>
          </p:cNvPr>
          <p:cNvPicPr>
            <a:picLocks noChangeAspect="1"/>
          </p:cNvPicPr>
          <p:nvPr/>
        </p:nvPicPr>
        <p:blipFill>
          <a:blip r:embed="rId3"/>
          <a:srcRect/>
          <a:stretch/>
        </p:blipFill>
        <p:spPr>
          <a:xfrm>
            <a:off x="285133" y="832863"/>
            <a:ext cx="11307097" cy="5659462"/>
          </a:xfrm>
          <a:prstGeom prst="rect">
            <a:avLst/>
          </a:prstGeom>
        </p:spPr>
      </p:pic>
    </p:spTree>
    <p:extLst>
      <p:ext uri="{BB962C8B-B14F-4D97-AF65-F5344CB8AC3E}">
        <p14:creationId xmlns:p14="http://schemas.microsoft.com/office/powerpoint/2010/main" val="4276346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pPr algn="just"/>
            <a:r>
              <a:rPr lang="en-IN" sz="2400" dirty="0"/>
              <a:t>This application stands apart from conventional study tools because it utilizes a single foundation model—IBM Granite—to simultaneously act as a summarizer, quiz master, concept mapper, exam predictor, mnemonic generator, and personal tutor. Every feature is driven by the same model receiving schema-enforced prompts, eliminating the need for separate specialized models or rigid rule-based </a:t>
            </a:r>
            <a:r>
              <a:rPr lang="en-IN" sz="2400"/>
              <a:t>engines.</a:t>
            </a:r>
          </a:p>
          <a:p>
            <a:pPr algn="just"/>
            <a:endParaRPr lang="en-IN" sz="2400" dirty="0"/>
          </a:p>
          <a:p>
            <a:pPr algn="just"/>
            <a:r>
              <a:rPr lang="en-IN" sz="2400" dirty="0"/>
              <a:t>What makes the solution uniquely novel is its self-closing adaptive feedback loop and graceful offline fallback via </a:t>
            </a:r>
            <a:r>
              <a:rPr lang="en-IN" sz="1800" dirty="0"/>
              <a:t>_</a:t>
            </a:r>
            <a:r>
              <a:rPr lang="en-IN" sz="1800" dirty="0" err="1"/>
              <a:t>fallback_response</a:t>
            </a:r>
            <a:r>
              <a:rPr lang="en-IN" sz="1800" dirty="0"/>
              <a:t>()</a:t>
            </a:r>
            <a:r>
              <a:rPr lang="en-IN" sz="2400" dirty="0"/>
              <a:t>. Quiz results automatically reshape future study focus, progressively shifting attention toward weak areas without manual teacher input. Combined with personalized context injection from uploaded documents, this creates an intelligent system that continuously learns alongside the student.</a:t>
            </a:r>
          </a:p>
          <a:p>
            <a:pPr algn="just"/>
            <a:endParaRPr lang="en-IN" sz="2400"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600" dirty="0"/>
              <a:t>The </a:t>
            </a:r>
            <a:r>
              <a:rPr lang="en-IN" sz="1600" b="1" dirty="0"/>
              <a:t>Smart Study Generator</a:t>
            </a:r>
            <a:r>
              <a:rPr lang="en-IN" sz="1600" dirty="0"/>
              <a:t> has significant potential for expansion in the area of </a:t>
            </a:r>
            <a:r>
              <a:rPr lang="en-IN" sz="1600" b="1" dirty="0"/>
              <a:t>multi-modal and collaborative learning</a:t>
            </a:r>
            <a:r>
              <a:rPr lang="en-IN" sz="1600" dirty="0"/>
              <a:t>. Currently, the system processes text extracted from PDFs, DOCX, and images, but future versions could integrate richer multi-modal understanding — allowing IBM Granite to reason directly over handwritten lecture notes, diagrams, mathematical equations, and even audio recordings of lectures. A collaborative layer could enable multiple students to share concept maps, quiz decks, and study plans in real time, turning the tool from a solo companion into a </a:t>
            </a:r>
            <a:r>
              <a:rPr lang="en-IN" sz="1600" b="1" dirty="0"/>
              <a:t>team-based learning platform</a:t>
            </a:r>
            <a:r>
              <a:rPr lang="en-IN" sz="1600" dirty="0"/>
              <a:t>. Integration with Learning Management Systems (LMS) such as Moodle or Canvas would allow automatic ingestion of course syllabi, deadlines, and graded assignments, letting the AI build study plans that are anchored to real academic calendars and weighted by actual exam schedules.</a:t>
            </a:r>
          </a:p>
          <a:p>
            <a:r>
              <a:rPr lang="en-IN" sz="1600" dirty="0"/>
              <a:t>On the AI intelligence frontier, the system is well-positioned to evolve from </a:t>
            </a:r>
            <a:r>
              <a:rPr lang="en-IN" sz="1600" b="1" dirty="0"/>
              <a:t>reactive generation to proactive mentorship</a:t>
            </a:r>
            <a:r>
              <a:rPr lang="en-IN" sz="1600" dirty="0"/>
              <a:t>. Future iterations could incorporate spaced-repetition algorithms (like the SM-2 algorithm used by Anki) directly into the flashcard engine, scheduling card reviews at optimal memory-retention intervals based on each student's flip history. The </a:t>
            </a:r>
            <a:r>
              <a:rPr lang="en-IN" sz="1600" dirty="0" err="1"/>
              <a:t>analyze_weak_areas</a:t>
            </a:r>
            <a:r>
              <a:rPr lang="en-IN" sz="1600" dirty="0"/>
              <a:t>() feedback loop could be deepened with long-term memory persistence — storing performance data across sessions in a vector database — so the AI tracks learning trajectories over weeks and semesters, not just a single session. Additionally, integrating IBM </a:t>
            </a:r>
            <a:r>
              <a:rPr lang="en-IN" sz="1600" dirty="0" err="1"/>
              <a:t>watsonx.ai's</a:t>
            </a:r>
            <a:r>
              <a:rPr lang="en-IN" sz="1600" dirty="0"/>
              <a:t> newer </a:t>
            </a:r>
            <a:r>
              <a:rPr lang="en-IN" sz="1600" b="1" dirty="0"/>
              <a:t>Granite 3.x models</a:t>
            </a:r>
            <a:r>
              <a:rPr lang="en-IN" sz="1600" dirty="0"/>
              <a:t> with function-calling and tool-use capabilities would enable the agent to autonomously browse reference material, cross-check facts, and even generate citations — elevating the system from a study aid into a full </a:t>
            </a:r>
            <a:r>
              <a:rPr lang="en-IN" sz="1600" b="1" dirty="0"/>
              <a:t>AI-powered academic research and learning assistant</a:t>
            </a:r>
            <a:r>
              <a:rPr lang="en-IN" sz="1600" dirty="0"/>
              <a:t>.</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5" name="Picture 4">
            <a:extLst>
              <a:ext uri="{FF2B5EF4-FFF2-40B4-BE49-F238E27FC236}">
                <a16:creationId xmlns:a16="http://schemas.microsoft.com/office/drawing/2014/main" id="{41083D12-964B-A6D8-E7C1-699FE5AB1035}"/>
              </a:ext>
            </a:extLst>
          </p:cNvPr>
          <p:cNvPicPr>
            <a:picLocks noChangeAspect="1"/>
          </p:cNvPicPr>
          <p:nvPr/>
        </p:nvPicPr>
        <p:blipFill>
          <a:blip r:embed="rId2"/>
          <a:stretch>
            <a:fillRect/>
          </a:stretch>
        </p:blipFill>
        <p:spPr>
          <a:xfrm>
            <a:off x="432620" y="707924"/>
            <a:ext cx="11287432" cy="5811254"/>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248E20C9-41FA-E21F-05E4-8F1BE4252323}"/>
              </a:ext>
            </a:extLst>
          </p:cNvPr>
          <p:cNvPicPr>
            <a:picLocks noChangeAspect="1"/>
          </p:cNvPicPr>
          <p:nvPr/>
        </p:nvPicPr>
        <p:blipFill>
          <a:blip r:embed="rId2"/>
          <a:stretch>
            <a:fillRect/>
          </a:stretch>
        </p:blipFill>
        <p:spPr>
          <a:xfrm>
            <a:off x="275303" y="707923"/>
            <a:ext cx="11729884" cy="5864599"/>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629</TotalTime>
  <Words>1269</Words>
  <Application>Microsoft Office PowerPoint</Application>
  <PresentationFormat>Widescreen</PresentationFormat>
  <Paragraphs>104</Paragraphs>
  <Slides>18</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prasadaraoayyagari@outlook.com</cp:lastModifiedBy>
  <cp:revision>8</cp:revision>
  <dcterms:created xsi:type="dcterms:W3CDTF">2025-07-08T05:06:56Z</dcterms:created>
  <dcterms:modified xsi:type="dcterms:W3CDTF">2026-10-18T05:39:36Z</dcterms:modified>
</cp:coreProperties>
</file>